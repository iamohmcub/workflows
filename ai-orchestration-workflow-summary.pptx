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3c19fa22b94acc" /><Relationship Type="http://schemas.openxmlformats.org/officeDocument/2006/relationships/extended-properties" Target="/docProps/app.xml" Id="Rb8ccf49653f74a9a" /><Relationship Type="http://schemas.openxmlformats.org/officeDocument/2006/relationships/officeDocument" Target="/ppt/presentation.xml" Id="Rddfd68414af749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11cfae97274532"/>
  </p:sldMasterIdLst>
  <p:notesMasterIdLst>
    <p:notesMasterId xmlns:r="http://schemas.openxmlformats.org/officeDocument/2006/relationships" r:id="Rd6f45634f84f4687"/>
  </p:notesMasterIdLst>
  <p:sldIdLst>
    <p:sldId xmlns:r="http://schemas.openxmlformats.org/officeDocument/2006/relationships" id="256" r:id="Re3a0d437190b4de8"/>
    <p:sldId xmlns:r="http://schemas.openxmlformats.org/officeDocument/2006/relationships" id="257" r:id="Ra93421fe94104d91"/>
    <p:sldId xmlns:r="http://schemas.openxmlformats.org/officeDocument/2006/relationships" id="258" r:id="R300827f9679d4adf"/>
    <p:sldId xmlns:r="http://schemas.openxmlformats.org/officeDocument/2006/relationships" id="259" r:id="R4503bb6f47044cda"/>
    <p:sldId xmlns:r="http://schemas.openxmlformats.org/officeDocument/2006/relationships" id="260" r:id="Re450922102524552"/>
    <p:sldId xmlns:r="http://schemas.openxmlformats.org/officeDocument/2006/relationships" id="261" r:id="R1bb70770b5784517"/>
    <p:sldId xmlns:r="http://schemas.openxmlformats.org/officeDocument/2006/relationships" id="262" r:id="Rb3300cdf17c54fe9"/>
    <p:sldId xmlns:r="http://schemas.openxmlformats.org/officeDocument/2006/relationships" id="263" r:id="Rad2cc6b94ff44cc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11cfae97274532" /><Relationship Type="http://schemas.openxmlformats.org/officeDocument/2006/relationships/theme" Target="/ppt/theme/theme1.xml" Id="R06c15541aaa34fac" /><Relationship Type="http://schemas.openxmlformats.org/officeDocument/2006/relationships/notesMaster" Target="/ppt/notesMasters/notesMaster1.xml" Id="Rd6f45634f84f4687" /><Relationship Type="http://schemas.openxmlformats.org/officeDocument/2006/relationships/presProps" Target="/ppt/presProps.xml" Id="R0cbf9994ecb4449f" /><Relationship Type="http://schemas.openxmlformats.org/officeDocument/2006/relationships/viewProps" Target="/ppt/viewProps.xml" Id="R85953c0a6dfc4b21" /><Relationship Type="http://schemas.openxmlformats.org/officeDocument/2006/relationships/tableStyles" Target="/ppt/tableStyles.xml" Id="Ra268fe6af03e4f14" /><Relationship Type="http://schemas.openxmlformats.org/officeDocument/2006/relationships/slide" Target="/ppt/slides/slide1.xml" Id="Re3a0d437190b4de8" /><Relationship Type="http://schemas.openxmlformats.org/officeDocument/2006/relationships/slide" Target="/ppt/slides/slide2.xml" Id="Ra93421fe94104d91" /><Relationship Type="http://schemas.openxmlformats.org/officeDocument/2006/relationships/slide" Target="/ppt/slides/slide3.xml" Id="R300827f9679d4adf" /><Relationship Type="http://schemas.openxmlformats.org/officeDocument/2006/relationships/slide" Target="/ppt/slides/slide4.xml" Id="R4503bb6f47044cda" /><Relationship Type="http://schemas.openxmlformats.org/officeDocument/2006/relationships/slide" Target="/ppt/slides/slide5.xml" Id="Re450922102524552" /><Relationship Type="http://schemas.openxmlformats.org/officeDocument/2006/relationships/slide" Target="/ppt/slides/slide6.xml" Id="R1bb70770b5784517" /><Relationship Type="http://schemas.openxmlformats.org/officeDocument/2006/relationships/slide" Target="/ppt/slides/slide7.xml" Id="Rb3300cdf17c54fe9" /><Relationship Type="http://schemas.openxmlformats.org/officeDocument/2006/relationships/slide" Target="/ppt/slides/slide8.xml" Id="Rad2cc6b94ff44c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a441ce97a4f4a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779df6a2e345c0" /><Relationship Type="http://schemas.openxmlformats.org/officeDocument/2006/relationships/notesMaster" Target="/ppt/notesMasters/notesMaster1.xml" Id="R7283a0c9e70548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f7a392db5143a9" /><Relationship Type="http://schemas.openxmlformats.org/officeDocument/2006/relationships/notesMaster" Target="/ppt/notesMasters/notesMaster1.xml" Id="R68a03d6e4a8042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dc8258c8744e8e" /><Relationship Type="http://schemas.openxmlformats.org/officeDocument/2006/relationships/notesMaster" Target="/ppt/notesMasters/notesMaster1.xml" Id="R3078a4a1a7624f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80595119c34477" /><Relationship Type="http://schemas.openxmlformats.org/officeDocument/2006/relationships/notesMaster" Target="/ppt/notesMasters/notesMaster1.xml" Id="Rd15a75298ed74d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34aa670e174521" /><Relationship Type="http://schemas.openxmlformats.org/officeDocument/2006/relationships/notesMaster" Target="/ppt/notesMasters/notesMaster1.xml" Id="Rd82414fb592545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e8950f6bbf4103" /><Relationship Type="http://schemas.openxmlformats.org/officeDocument/2006/relationships/notesMaster" Target="/ppt/notesMasters/notesMaster1.xml" Id="R9c07ed7bcc8b44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1b76c8cb0f475d" /><Relationship Type="http://schemas.openxmlformats.org/officeDocument/2006/relationships/notesMaster" Target="/ppt/notesMasters/notesMaster1.xml" Id="R3d1f5d481d154c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445375f22543f2" /><Relationship Type="http://schemas.openxmlformats.org/officeDocument/2006/relationships/notesMaster" Target="/ppt/notesMasters/notesMaster1.xml" Id="R891d1ef4e83647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39daaf9b544c9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33a5738a08e4ffe" /><Relationship Type="http://schemas.openxmlformats.org/officeDocument/2006/relationships/slideLayout" Target="/ppt/slideLayouts/slideLayout2.xml" Id="R3d284d8a3f324a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284d8a3f324a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4193c06cc24097" /><Relationship Type="http://schemas.openxmlformats.org/officeDocument/2006/relationships/notesSlide" Target="/ppt/notesSlides/notesSlide1.xml" Id="Rd2f15520524b4a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4be9782ade47f2" /><Relationship Type="http://schemas.openxmlformats.org/officeDocument/2006/relationships/notesSlide" Target="/ppt/notesSlides/notesSlide2.xml" Id="R5a947e8c457742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8e7c0eae5e438e" /><Relationship Type="http://schemas.openxmlformats.org/officeDocument/2006/relationships/notesSlide" Target="/ppt/notesSlides/notesSlide3.xml" Id="R68a236e0b3cb4e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a36ddf5c5c4267" /><Relationship Type="http://schemas.openxmlformats.org/officeDocument/2006/relationships/notesSlide" Target="/ppt/notesSlides/notesSlide4.xml" Id="R279b26d6c0fc44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23a2b6431b4bdb" /><Relationship Type="http://schemas.openxmlformats.org/officeDocument/2006/relationships/notesSlide" Target="/ppt/notesSlides/notesSlide5.xml" Id="Rb6d96b07ee754b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73d6635d434c77" /><Relationship Type="http://schemas.openxmlformats.org/officeDocument/2006/relationships/notesSlide" Target="/ppt/notesSlides/notesSlide6.xml" Id="Rb2b000adfed843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d61c8ef53d41e8" /><Relationship Type="http://schemas.openxmlformats.org/officeDocument/2006/relationships/notesSlide" Target="/ppt/notesSlides/notesSlide7.xml" Id="Rd0b4d8f804fd46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1be978f5d74523" /><Relationship Type="http://schemas.openxmlformats.org/officeDocument/2006/relationships/notesSlide" Target="/ppt/notesSlides/notesSlide8.xml" Id="Rd6082119f6a54a2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AFC728-E8FC-4C44-83A5-1197DE76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E929C-5A82-4C9E-9EBD-D845C130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1493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1493F"/>
                </a:solidFill>
                <a:latin typeface="Aptos"/>
                <a:ea typeface="Aptos"/>
                <a:cs typeface="Aptos"/>
              </a:rPr>
              <a:t>CENTRAL AI WORKFLOW STANDARD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09F84-66F7-4F70-9AF0-BD22FD7F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AI Orchestration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6F06A-0B52-469F-8EA1-A463EBF1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38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46A"/>
                </a:solidFill>
                <a:latin typeface="Aptos"/>
                <a:ea typeface="Aptos"/>
                <a:cs typeface="Aptos"/>
              </a:rPr>
              <a:t>A provider-neutral .ai rulebook that lets humans talk naturally while AI workers route work through roles, events, evidence, gates, and commits.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53BCE-D36A-4DE0-97F7-807A8711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781050"/>
            <a:ext cx="32194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11430">
            <a:solidFill>
              <a:srgbClr val="17171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213AD-F1B3-420A-8F0D-4C4842BF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620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.ai + AGENTS.md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4DFCA-EED1-4DCA-8D77-74528790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383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The source of truth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891B5-186B-436D-8316-23AA8E9E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964E44-40AF-4268-842F-B34F5F55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145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1493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1493F"/>
                </a:solidFill>
                <a:latin typeface="Aptos"/>
                <a:ea typeface="Aptos"/>
                <a:cs typeface="Aptos"/>
              </a:rPr>
              <a:t>CHAT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847B0-C822-42C2-8A0E-8204BA2F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0505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Natural language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84EC0C-DBBF-40E8-9969-AE9123FE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7104F4-537A-46D4-9FE1-6DB9A3F1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289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1493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1493F"/>
                </a:solidFill>
                <a:latin typeface="Aptos"/>
                <a:ea typeface="Aptos"/>
                <a:cs typeface="Aptos"/>
              </a:rPr>
              <a:t>EVENT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64CC7-0B16-4A53-8C57-3AA95CBE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1940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Portable 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1B6EA2-3899-4E43-A9D3-958A06C0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76600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DB225-324D-45D4-AA0E-1207AE74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432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1493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1493F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DE9235-9AFB-425C-B4B6-A20EA73E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3375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Expert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7BF883-3FB1-4B3F-84B2-6E7CCE1A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0950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B42761-8EA3-4CE0-918A-983D0275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576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1493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1493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CACB74-5B29-4480-A222-B717BB37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4810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Log/report/handoff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59C446-806C-45A7-A6F2-1D344249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05300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BA8DC1-ACFF-4636-B6BD-EA2E1D79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719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1493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1493F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37A138-293C-40A2-B5C7-6CEFAAC0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6245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Done or blocked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C33F93-E340-4D9A-B29D-52C96C49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53100"/>
            <a:ext cx="10325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5DE18E-74F7-419A-AB4E-61D67678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762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Chat-first UX. Command-line is internal plumbing, not the user interface.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AE3565-9DA1-4D8D-80B8-13CAD7EB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AI orchestration 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88708A-61E8-4F68-B191-B0D0452B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412932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937EAC-2D69-4017-9212-68D6542E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4F092-CDA2-40F3-AADF-4A82A3F3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1493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1493F"/>
                </a:solidFill>
                <a:latin typeface="Aptos"/>
                <a:ea typeface="Aptos"/>
                <a:cs typeface="Aptos"/>
              </a:rPr>
              <a:t>SYSTEM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3195C-7D28-4118-8364-47205690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723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Stable standard, changing runtime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3CC28-7472-4F5A-9B8D-35BF523B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46A"/>
                </a:solidFill>
                <a:latin typeface="Aptos"/>
                <a:ea typeface="Aptos"/>
                <a:cs typeface="Aptos"/>
              </a:rPr>
              <a:t>The framework stays reusable; project state changes per repo, sprint, and lane.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7E8DB-7BCE-482D-B13A-3691CB16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4BE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75E28-B95E-4B0B-8B58-07559B24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.ai 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BBE21-8596-418B-81D3-903205AC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46A"/>
                </a:solidFill>
                <a:latin typeface="Aptos"/>
                <a:ea typeface="Aptos"/>
                <a:cs typeface="Aptos"/>
              </a:rPr>
              <a:t>roles, rules, events, triggers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CF0A0-87E8-409B-90E4-0A548C64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861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07B38-5BEC-47EF-A060-503B2A09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194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F06E4-C81A-4FBE-849E-E69F015C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812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7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74654-4EA8-42EA-BF4E-7B071D15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90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Runtime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F35E1-D943-4B3C-9E7D-08AD6B6D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2895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46A"/>
                </a:solidFill>
                <a:latin typeface="Aptos"/>
                <a:ea typeface="Aptos"/>
                <a:cs typeface="Aptos"/>
              </a:rPr>
              <a:t>phase, lane, work item,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406954-4F32-46CB-9ABE-763425BB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861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4B4502-B4F7-4AAB-B543-D35A6FB2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194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DF1C72-98D5-4AC5-99AA-DBB66894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812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D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C849E4-B819-44F3-ACC3-A8960177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90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Optional engine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A8FA29-E2E4-4D77-9B30-62AA81CD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46A"/>
                </a:solidFill>
                <a:latin typeface="Aptos"/>
                <a:ea typeface="Aptos"/>
                <a:cs typeface="Aptos"/>
              </a:rPr>
              <a:t>CLI, plugin, CI, runner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7142F2-11D6-4958-85A6-8A4B1ECC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861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D61F6E-5649-46AD-B225-13AE2A78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194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F81810-8934-4840-8AC3-AC305418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7D3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925CDC-7943-4C74-9F15-F6AF13B0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AI worker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9069FC-1A5B-403A-A809-241B78EA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46A"/>
                </a:solidFill>
                <a:latin typeface="Aptos"/>
                <a:ea typeface="Aptos"/>
                <a:cs typeface="Aptos"/>
              </a:rPr>
              <a:t>Codex, hosted AI, local LLM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E3A522-2D85-46D7-963E-17D01F85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876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5A5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361E1F-7B19-4A13-816A-02D5CA3C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3395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Core equation: .ai files define intent and governance; runtime files record what is happening now.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79CB9B-D0A2-4C5E-8E41-7324A7B4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AI orchestration 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F730ED-BD90-4329-8D7F-A7C44F36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310018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E3A094-19DF-489E-9580-759A4AC1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49243-3754-4F98-A374-199F234F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1493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1493F"/>
                </a:solidFill>
                <a:latin typeface="Aptos"/>
                <a:ea typeface="Aptos"/>
                <a:cs typeface="Aptos"/>
              </a:rPr>
              <a:t>INSTALLATION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BB9E4-4EAF-450A-89D7-A05A00B8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723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Default init is intentionally minimal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0CBCD-ABBD-4A2E-8C22-1D8AF07A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46A"/>
                </a:solidFill>
                <a:latin typeface="Aptos"/>
                <a:ea typeface="Aptos"/>
                <a:cs typeface="Aptos"/>
              </a:rPr>
              <a:t>Most teams should talk to AI in chat; command docs and local scripts are opt-in.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0E937-C04D-43F9-8FB4-8F8B4250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D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24ECF-A8A7-4B2E-9240-61A36120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493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89312-9BD7-49A6-A8D8-FFD99871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149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1493F"/>
                </a:solidFill>
                <a:latin typeface="Aptos"/>
                <a:ea typeface="Aptos"/>
                <a:cs typeface="Aptos"/>
              </a:rPr>
              <a:t>Default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DC90A-53D3-4CCD-AC32-88103A5F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init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989D0-76C6-47C6-886B-CAE50610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.ai/ + AGENTS.md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AB41C-B3EA-49CD-8A5B-09F4AC06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362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46A"/>
                </a:solidFill>
                <a:latin typeface="Aptos"/>
                <a:ea typeface="Aptos"/>
                <a:cs typeface="Aptos"/>
              </a:rPr>
              <a:t>Chat-first, lightest repo footprint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79D67-6CB6-45F9-9E4E-0C5F3A5B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09550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7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C4056-BA4E-467F-A191-855654D9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30505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493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6B44C6-B9DE-41B7-92E9-E7578663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622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149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1493F"/>
                </a:solidFill>
                <a:latin typeface="Aptos"/>
                <a:ea typeface="Aptos"/>
                <a:cs typeface="Aptos"/>
              </a:rPr>
              <a:t>Optional docs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278841-2405-45F6-93E5-1193A48F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194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init --commands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B01014-2161-4A00-964F-028F83F5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352800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adds COMMANDS.md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1835F2-A38D-4DB7-96CB-D089B558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905250"/>
            <a:ext cx="2362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46A"/>
                </a:solidFill>
                <a:latin typeface="Aptos"/>
                <a:ea typeface="Aptos"/>
                <a:cs typeface="Aptos"/>
              </a:rPr>
              <a:t>For teams that want a local command reference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99F25-AE5B-4CD8-B3CC-35EE1607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9550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4BE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EF522C-A1A1-499C-ABFD-A0495723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0505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493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6DC0C4-B656-4E63-97DA-07C2E522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622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149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1493F"/>
                </a:solidFill>
                <a:latin typeface="Aptos"/>
                <a:ea typeface="Aptos"/>
                <a:cs typeface="Aptos"/>
              </a:rPr>
              <a:t>Local mode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AC5AF1-CA05-4B14-B08C-15E337CE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194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--with-local-cli --with-package-scripts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263B8B-AAEB-47F7-8808-02CA4E5E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52800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adds scripts + package.json scripts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62F0C5-E41F-41BC-8084-4F500E17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2362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46A"/>
                </a:solidFill>
                <a:latin typeface="Aptos"/>
                <a:ea typeface="Aptos"/>
                <a:cs typeface="Aptos"/>
              </a:rPr>
              <a:t>For repos that want a checked-in CLI copy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ED7223-3B69-4D8A-9743-29924F5F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Central package command remains available everywhere: npx @iamohmcub/ai-orchestration 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0532C7-AC08-4430-9683-29481412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AI orchestration 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F52C88-CD08-4BF6-877D-39B839AC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82228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AD3D48-2255-4F2A-A221-BE966D12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EB8AA-3EA8-4199-9EDA-4F96694F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1493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1493F"/>
                </a:solidFill>
                <a:latin typeface="Aptos"/>
                <a:ea typeface="Aptos"/>
                <a:cs typeface="Aptos"/>
              </a:rPr>
              <a:t>CHAT TRIGGER WORDS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927A7-4545-4213-89A5-4213CE66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723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Natural language becomes workflow events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37672-245E-4AA3-BFFF-BCBCD6B4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46A"/>
                </a:solidFill>
                <a:latin typeface="Aptos"/>
                <a:ea typeface="Aptos"/>
                <a:cs typeface="Aptos"/>
              </a:rPr>
              <a:t>The AI should map intent before asking a user to run a command.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A8A61-FE6F-4154-A003-F64FB9BC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B9B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E971C-295B-481A-8D5A-DA4DEFE1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เริ่ม okr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1D2C3-1DF4-4DDF-884F-2F07A52B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383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6F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76FBF"/>
                </a:solidFill>
                <a:latin typeface="Aptos"/>
                <a:ea typeface="Aptos"/>
                <a:cs typeface="Aptos"/>
              </a:rPr>
              <a:t>phase.started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149BC-9D0E-4251-9AF4-030CC6B4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3360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C16C5-144E-46FF-B1B1-B491417B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05075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B9B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FC57A-535B-472E-91FD-E5458EAD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ทำขนาน / 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71BF8-1DA6-4BDE-BFA6-24BE2ECA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908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6F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76FBF"/>
                </a:solidFill>
                <a:latin typeface="Aptos"/>
                <a:ea typeface="Aptos"/>
                <a:cs typeface="Aptos"/>
              </a:rPr>
              <a:t>lane.started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765BF-1507-4AC7-A84F-20379110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8605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105E3-67DA-45BC-9539-06E52C0E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B9B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82C154-A97C-416B-BC8C-CA5621AA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กระทบ frontend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EE5BA-A44E-4E6D-ACE1-A11BF6E5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432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6F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76FBF"/>
                </a:solidFill>
                <a:latin typeface="Aptos"/>
                <a:ea typeface="Aptos"/>
                <a:cs typeface="Aptos"/>
              </a:rPr>
              <a:t>impact.detected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90401-4D11-4D35-8899-ACD01E85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3850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1054BB-FD37-4794-8334-3C4085AD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B9B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4FE392-1222-4054-84A2-FFF03DE1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ส่งให้ QA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3E4DA9-758D-44A1-B2C9-4C9EA9E6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957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6F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76FBF"/>
                </a:solidFill>
                <a:latin typeface="Aptos"/>
                <a:ea typeface="Aptos"/>
                <a:cs typeface="Aptos"/>
              </a:rPr>
              <a:t>handoff.created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55C1BD-ABB2-4D27-8B91-813FABDC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9095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7F48AC-AB91-4E84-9295-0B947E87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B9B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E18967-F9EC-4DBB-A7A7-7401FDDB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บั๊ก / test fail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A563CA-1CE6-4A0D-92C8-500BF82E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481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6F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76FBF"/>
                </a:solidFill>
                <a:latin typeface="Aptos"/>
                <a:ea typeface="Aptos"/>
                <a:cs typeface="Aptos"/>
              </a:rPr>
              <a:t>bug.detected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BF1581-F7DC-4616-82B7-C55C7C77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34340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67B280-AA29-44A8-B49C-C946DA84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B9B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FD1A75-7EC2-45FF-8804-AD95EC4F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เสร็จแล้ว commit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29E980-5B3B-4FDB-8F1E-F4DA8DC8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006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6F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76FBF"/>
                </a:solidFill>
                <a:latin typeface="Aptos"/>
                <a:ea typeface="Aptos"/>
                <a:cs typeface="Aptos"/>
              </a:rPr>
              <a:t>agent.task_done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447721-D074-4406-9078-383DA3F8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89585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EA136E-FF58-4DA1-AB0F-ED8BC66C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19300"/>
            <a:ext cx="50482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11430">
            <a:solidFill>
              <a:srgbClr val="17171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ADF41D-F23F-417C-A57F-F9D03F64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4315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.ai/global/trigger.words.yml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C0EB03-DC15-485B-AE8A-A38BD0C8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527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DCD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DCDC"/>
                </a:solidFill>
                <a:latin typeface="Aptos"/>
                <a:ea typeface="Aptos"/>
                <a:cs typeface="Aptos"/>
              </a:rPr>
              <a:t>English, Thai, and mixed-language phrases map to portable event types.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AFD3A3-FBA9-41CD-92F6-8594C261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147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D2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2D2CE"/>
                </a:solidFill>
                <a:latin typeface="Aptos"/>
                <a:ea typeface="Aptos"/>
                <a:cs typeface="Aptos"/>
              </a:rPr>
              <a:t>Priority order protects high-risk work: secret -&gt; incident -&gt; impact -&gt; bug -&gt; gate -&gt; handoff -&gt; phase.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D9AD52-00EF-450A-9766-7574D053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AI orchestration workflow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8A26E4-52B6-4605-B7CE-C6718D6A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260608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D6CE27-234F-4C0E-B833-EF95EB23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37D9D-2087-46D1-B46E-3D310E80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1493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1493F"/>
                </a:solidFill>
                <a:latin typeface="Aptos"/>
                <a:ea typeface="Aptos"/>
                <a:cs typeface="Aptos"/>
              </a:rPr>
              <a:t>ROLE-ADDRESSED PROMPTS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CEFFF-7BBE-4DCE-934C-D91D7F11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723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Named agents answer from role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37CA4-770D-4D3C-844C-936692C8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46A"/>
                </a:solidFill>
                <a:latin typeface="Aptos"/>
                <a:ea typeface="Aptos"/>
                <a:cs typeface="Aptos"/>
              </a:rPr>
              <a:t>Calling an agent by name routes the prompt to the mapped role and its workspace context.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0715E-D383-4EC0-8410-3A6B0208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4171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9265AC-C43D-457A-A5CF-B194F36E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3695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49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1493F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475F7-24F0-4257-950D-B83C6343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“Agent Berners ระบบนี้รองรับ iPad แนวนอนไหม”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3E666-B754-49F3-A342-58E92267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90800"/>
            <a:ext cx="1276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1C2C1-8EDA-4529-88F8-F6DC5730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860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route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DB3E8-F828-4FC0-8B27-F114CA3D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66900"/>
            <a:ext cx="22098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7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1CAFD-5B95-43B9-9C5D-05D31DFF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3360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Agent Berners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6FA9F-DF82-40F7-953A-55A8C2FD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527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6FB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76FBF"/>
                </a:solidFill>
                <a:latin typeface="Aptos"/>
                <a:ea typeface="Aptos"/>
                <a:cs typeface="Aptos"/>
              </a:rPr>
              <a:t>frontend-agent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F2CD06-2D39-4D17-AEA2-A422BC76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46A"/>
                </a:solidFill>
                <a:latin typeface="Aptos"/>
                <a:ea typeface="Aptos"/>
                <a:cs typeface="Aptos"/>
              </a:rPr>
              <a:t>frontend-engineer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4837E-333B-49E1-949B-D75B928B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9080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E5A79B-4F34-4515-87B9-13A5C5A6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924050"/>
            <a:ext cx="16383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D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CC85FE-EBC0-42BC-B6FD-BC540ECD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336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Reads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452F55-D233-4312-A1BF-A17C2C6A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52700"/>
            <a:ext cx="120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46A"/>
                </a:solidFill>
                <a:latin typeface="Aptos"/>
                <a:ea typeface="Aptos"/>
                <a:cs typeface="Aptos"/>
              </a:rPr>
              <a:t>role.yml</a:t>
            </a:r>
          </a:p>
          <a:p xmlns:a="http://schemas.openxmlformats.org/drawingml/2006/main">
            <a:pPr algn="l">
              <a:defRPr sz="1050" b="0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46A"/>
                </a:solidFill>
                <a:latin typeface="Aptos"/>
                <a:ea typeface="Aptos"/>
                <a:cs typeface="Aptos"/>
              </a:rPr>
              <a:t>playbook.md</a:t>
            </a:r>
          </a:p>
          <a:p xmlns:a="http://schemas.openxmlformats.org/drawingml/2006/main">
            <a:pPr algn="l">
              <a:defRPr sz="1050" b="0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46A"/>
                </a:solidFill>
                <a:latin typeface="Aptos"/>
                <a:ea typeface="Aptos"/>
                <a:cs typeface="Aptos"/>
              </a:rPr>
              <a:t>workspace.yml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7EE7A0-48F3-478C-A459-065752CC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38650"/>
            <a:ext cx="857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11430">
            <a:solidFill>
              <a:srgbClr val="17171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3BB961-FDF0-4407-AB04-E065598A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29150"/>
            <a:ext cx="800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Expected answer: frontend evidence needed before claiming iPad landscape support.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38F1C5-9391-4FF4-A0FD-35B48895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AI orchestration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08A607-EA33-44B7-8D39-DFCBB7C3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079208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BC44CF-BF65-4AFC-A6AF-27285CD6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8816B-3AC3-44AE-9768-6F2A0B8B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1493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1493F"/>
                </a:solidFill>
                <a:latin typeface="Aptos"/>
                <a:ea typeface="Aptos"/>
                <a:cs typeface="Aptos"/>
              </a:rPr>
              <a:t>PARALLEL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74512-E9BE-4416-B5A7-68DD3C03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723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A sprint is many lanes, not one global waterfall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23C89-FEA2-4B0F-80B3-B94E22EB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46A"/>
                </a:solidFill>
                <a:latin typeface="Aptos"/>
                <a:ea typeface="Aptos"/>
                <a:cs typeface="Aptos"/>
              </a:rPr>
              <a:t>Product can continue discovery for mvp-2 while engineering and QA finish mvp-1.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5F8A2-8729-47DC-A34B-7CBF0561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46A"/>
                </a:solidFill>
                <a:latin typeface="Aptos"/>
                <a:ea typeface="Aptos"/>
                <a:cs typeface="Aptos"/>
              </a:rPr>
              <a:t>business-discovery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36BCE-B5AE-4350-A8C9-CE560F4E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81225"/>
            <a:ext cx="790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4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C2A45-D68E-4356-876A-C454B68E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8595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4BE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B317D-D34B-47C3-BBD6-301F7EA9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574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OKR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80FBC-E58E-4AE1-A8E8-9A52E398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6217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3D49C-9385-4591-8594-A24E618B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8595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4BE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5DFA2-31C3-43A5-8EF6-F2E4A197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574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Research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A5BFD-7D7B-4161-A3BB-3120D018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6217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C815DF-FB7D-4DB9-85CD-D369CBCF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8595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4BE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39719-1AB6-44F9-85A4-B362C525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574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B0DC6-000A-4D0D-99AF-7DB15042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6217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D1C0C9-3D27-462F-87A4-13E061DB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8595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4BE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746EC8-CABB-4DED-88BC-719A1380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574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mvp-2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0C4767-8BB4-402F-9E6D-F7F13E59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46A"/>
                </a:solidFill>
                <a:latin typeface="Aptos"/>
                <a:ea typeface="Aptos"/>
                <a:cs typeface="Aptos"/>
              </a:rPr>
              <a:t>product-design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72F567-3873-4ED0-95A5-9DDC682F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62275"/>
            <a:ext cx="790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4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78A86F-1B3C-434D-93DE-6A2EB7AD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7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196E35-C672-41C5-B606-A9422E4F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3845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Research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1F8901-C0EC-442F-93EE-FE428927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4322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C538BB-5DD0-405A-BA3E-C4E955A0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6700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7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53E9E7-DE1A-49B0-8D53-8182AD11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3845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UX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284A91-9677-453D-868D-091A6F97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4322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524B0F-555A-46EA-BAFB-89F7B753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6700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7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7410AD-3289-4A5B-9CE1-857AFD99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3845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Handoff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270700-BFF9-4A29-AF17-F308E4D5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4322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DB0B02-7DB1-4292-BFF1-94655B99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6700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7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52C209-554E-4416-84A6-580BB73C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mvp-1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423987-4725-4079-84B4-1CBD6748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46A"/>
                </a:solidFill>
                <a:latin typeface="Aptos"/>
                <a:ea typeface="Aptos"/>
                <a:cs typeface="Aptos"/>
              </a:rPr>
              <a:t>engineering-delivery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BBC16F-DD90-4718-BA49-DD452BB8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43325"/>
            <a:ext cx="790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4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FA8832-0104-4B4E-B80E-35888F09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4805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D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3C7830-7DEA-4B7F-A2E7-D8B4CBE6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195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Tech design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953EDA-2166-410B-950F-D092ACFF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2427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E976D3-9261-4518-AEA8-4DF841F1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4805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D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6CE092-DFCE-49FC-8FEE-001C2108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195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90217C-BF0B-43BE-9FE5-A5EAFD39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2427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F836AA-7BDC-431A-997B-8C1B24F0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4805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D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280A69-DFFF-4846-B4E7-5EE658A1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C78301-2E0A-4B75-A30A-21CBA918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2427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B16B89-E366-48D9-AE96-429AD089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4805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D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8D0CF2-510B-4498-8BCF-EFD285BD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195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DEV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DACEE4-8445-4E62-BE6F-BD4DA02E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46A"/>
                </a:solidFill>
                <a:latin typeface="Aptos"/>
                <a:ea typeface="Aptos"/>
                <a:cs typeface="Aptos"/>
              </a:rPr>
              <a:t>quality-release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6F0319-7A3F-4D07-AC75-3274AF91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24375"/>
            <a:ext cx="790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4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10DA81-8795-40B5-AC37-E01EEF49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2910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7D3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476905-56A9-49CB-BD2B-762E88B5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0055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QA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756EA6-14A5-461B-9DDC-1FE355F9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0532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1672AC-C46E-4DC0-8606-FB66A274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2910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7D3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7E941F-7D72-4455-8948-272E2640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0055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UAT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FD15A15-F5FD-4A8A-AC72-89DA6378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0532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5C4B47-87D4-4D1F-9EE8-6153A911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2910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7D3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81D78A3-AA18-4C26-BB49-A0C3B1A9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0055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B185FFF-27BD-4972-9042-50F044BF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0532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A2642CE-1CC4-4BFB-B282-7B694CFD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2910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7D3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38251A6-AF9E-4386-8B17-8195AEEE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0055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PROD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01B87D-FF4C-4955-A3DB-5F7200BB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Gate scope defaults per work item; shared contracts can still block multiple lanes.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FD3313A-A666-45E3-926B-2D363D48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AI orchestration workflow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57F30B7-480C-4253-937C-9A1D05DD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5561201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A68830-6FE4-4DD4-9BDD-B8030EBF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09737-95EC-4F87-8CE4-3AD55CDC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1493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1493F"/>
                </a:solidFill>
                <a:latin typeface="Aptos"/>
                <a:ea typeface="Aptos"/>
                <a:cs typeface="Aptos"/>
              </a:rPr>
              <a:t>EVIDENCE AND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97781-32C5-4079-8DC6-24BB42A4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723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Done work leaves a trail before it moves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EFC7A-D826-402F-ABBE-6632BFEF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46A"/>
                </a:solidFill>
                <a:latin typeface="Aptos"/>
                <a:ea typeface="Aptos"/>
                <a:cs typeface="Aptos"/>
              </a:rPr>
              <a:t>Every phase, impact, handoff, and commit has a file-backed proof object.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7D4B3-FFE2-4578-986C-188E76E4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7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60F66-CF86-4BA2-860A-355A5594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Phase 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B23B3-7A91-4EE8-B2FE-9C2D5552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46A"/>
                </a:solidFill>
                <a:latin typeface="Aptos"/>
                <a:ea typeface="Aptos"/>
                <a:cs typeface="Aptos"/>
              </a:rPr>
              <a:t>.ai/runtime/logs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DD608-07E8-4432-8675-7E96786C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813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064CB-703D-4BC0-B1C1-5AD7AD8A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7D3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6076AF-45C0-4589-A2C8-8B5D4C50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574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Impact 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F9E0B-2768-4DC2-A6BA-EE0C5221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956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46A"/>
                </a:solidFill>
                <a:latin typeface="Aptos"/>
                <a:ea typeface="Aptos"/>
                <a:cs typeface="Aptos"/>
              </a:rPr>
              <a:t>.ai/runtime/reports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DB921-BA1D-4CEF-AAA8-13A4C80B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71B8E-F42D-47F7-BBC8-AD839EEA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38375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4BE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14674-97A6-40A8-9024-723D43B7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574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5C9B43-BE1E-4B5A-9546-5D0C7E47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956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46A"/>
                </a:solidFill>
                <a:latin typeface="Aptos"/>
                <a:ea typeface="Aptos"/>
                <a:cs typeface="Aptos"/>
              </a:rPr>
              <a:t>.ai/runtime/decisions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CB74F6-02CB-4620-BD35-F610BD1E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813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3E3DEC-256A-46B3-84E4-B39EF0B6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38375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D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53B2FB-10AC-48EA-B890-62EB624A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574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Handoff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06B4F1-0A33-422F-AA7D-3FAF0632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956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46A"/>
                </a:solidFill>
                <a:latin typeface="Aptos"/>
                <a:ea typeface="Aptos"/>
                <a:cs typeface="Aptos"/>
              </a:rPr>
              <a:t>.ai/runtime/handoffs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EC0ADE-4FF7-48B1-9019-B214DD9B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13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3262CD-8185-46F3-9318-2D268FED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38375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0BD65-5E17-4D61-831A-C6609221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574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Commit metadata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774D55-3F3B-4843-9665-5D5CD930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956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46A"/>
                </a:solidFill>
                <a:latin typeface="Aptos"/>
                <a:ea typeface="Aptos"/>
                <a:cs typeface="Aptos"/>
              </a:rPr>
              <a:t>AI-Agent trailers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01BC35-9A27-4B2B-AD8D-A05E5734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4340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11430">
            <a:solidFill>
              <a:srgbClr val="17171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6A3590-B3A2-4AC8-AC5B-905718BA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72000"/>
            <a:ext cx="662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Gate question: “Is this ready for the next role to do their best work?”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984AF8-F8EF-4DAD-B439-29071306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029200"/>
            <a:ext cx="657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ADAD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ADADA"/>
                </a:solidFill>
                <a:latin typeface="Aptos"/>
                <a:ea typeface="Aptos"/>
                <a:cs typeface="Aptos"/>
              </a:rPr>
              <a:t>No bulk approval. DoD is checked item by item.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C7ABD0-DA94-4102-9064-5D12F0B9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AI orchestration workflow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B2EC1F-B96D-4B90-8DDC-28C1E663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438156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59818D-532B-4915-8B55-2EFD7BFF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BC371-7C9C-4647-B19C-6557F309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1493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1493F"/>
                </a:solidFill>
                <a:latin typeface="Aptos"/>
                <a:ea typeface="Aptos"/>
                <a:cs typeface="Aptos"/>
              </a:rPr>
              <a:t>OPERATING PROMISE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D1756-7656-479A-BA14-11945F4B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723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Portable, chat-first, auditable AI teamwork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AAA16-6D86-447F-9C8A-39DEEBC7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46A"/>
                </a:solidFill>
                <a:latin typeface="Aptos"/>
                <a:ea typeface="Aptos"/>
                <a:cs typeface="Aptos"/>
              </a:rPr>
              <a:t>The system makes AI workers behave like a coordinated software team without locking the project to one model or tool.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DD198-509A-45FE-87A7-0C83922B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D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0FF3B-D73C-41F1-BF34-D62E5BFA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19350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Chat-first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12DF5-6FC6-4E87-BF2E-8C23408C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035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46A"/>
                </a:solidFill>
                <a:latin typeface="Aptos"/>
                <a:ea typeface="Aptos"/>
                <a:cs typeface="Aptos"/>
              </a:rPr>
              <a:t>Users say “เริ่ม okr” or “ส่งให้ QA”; AI maps the event.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D29F0-C96A-4020-BD90-69279CE8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7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CB0A4-29D6-41C9-BE54-53061081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19350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Role-aware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73A26-492F-4EB1-876B-ECA3FE99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46A"/>
                </a:solidFill>
                <a:latin typeface="Aptos"/>
                <a:ea typeface="Aptos"/>
                <a:cs typeface="Aptos"/>
              </a:rPr>
              <a:t>Agent names route questions and work to domain modules.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22882-7071-478C-B842-6ACA39C0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D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E4C297-C03D-492E-84FB-06078F31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Parallel-safe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B72BEF-D928-4735-B567-47DEC998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770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46A"/>
                </a:solidFill>
                <a:latin typeface="Aptos"/>
                <a:ea typeface="Aptos"/>
                <a:cs typeface="Aptos"/>
              </a:rPr>
              <a:t>MVP lanes move independently until shared contracts collide.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2D495-763B-44A9-A7A2-EA0254AB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6715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7"/>
          </a:solidFill>
          <a:ln xmlns:a="http://schemas.openxmlformats.org/drawingml/2006/main" w="11430">
            <a:solidFill>
              <a:srgbClr val="29292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B4211-6C91-4FC1-80F4-7329D3C0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76700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Evidence-led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6EC65F-6C67-48A2-B523-F46B36BC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5770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46A"/>
                </a:solidFill>
                <a:latin typeface="Aptos"/>
                <a:ea typeface="Aptos"/>
                <a:cs typeface="Aptos"/>
              </a:rPr>
              <a:t>Logs, reports, handoffs, decisions, gates, and commit trailers prove the work.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15568D-6957-46B8-8455-316BA307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Next natural extension: optional runner/plugin that watches runtime events and dispatches agents automatically.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8E195A-4407-45C0-AD33-A2E55D59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AI orchestration 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7B0B1F-429D-45B8-9C62-9AB35DE4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01719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2026-05-02T10:41:22.4100000Z</dcterms:created>
  <dcterms:modified xsi:type="dcterms:W3CDTF">2026-05-02T10:41:22.4110000Z</dcterms:modified>
</coreProperties>
</file>